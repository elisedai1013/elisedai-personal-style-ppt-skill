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dc2571b9d4a12" /><Relationship Type="http://schemas.openxmlformats.org/officeDocument/2006/relationships/extended-properties" Target="/docProps/app.xml" Id="R249f8555deec4aa7" /><Relationship Type="http://schemas.openxmlformats.org/officeDocument/2006/relationships/officeDocument" Target="/ppt/presentation.xml" Id="R88d78843c17041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b87f7e8484cb5"/>
  </p:sldMasterIdLst>
  <p:notesMasterIdLst>
    <p:notesMasterId xmlns:r="http://schemas.openxmlformats.org/officeDocument/2006/relationships" r:id="R2e8c8acc20bb49c4"/>
  </p:notesMasterIdLst>
  <p:sldIdLst>
    <p:sldId xmlns:r="http://schemas.openxmlformats.org/officeDocument/2006/relationships" id="256" r:id="Rcb1349f9074d474d"/>
    <p:sldId xmlns:r="http://schemas.openxmlformats.org/officeDocument/2006/relationships" id="257" r:id="R0b0f39c66fe14575"/>
    <p:sldId xmlns:r="http://schemas.openxmlformats.org/officeDocument/2006/relationships" id="258" r:id="Rc23b6a8e418a4d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895eb9cee740ef" /><Relationship Type="http://schemas.openxmlformats.org/officeDocument/2006/relationships/slideMaster" Target="/ppt/slideMasters/slideMaster1.xml" Id="R56ab87f7e8484cb5" /><Relationship Type="http://schemas.openxmlformats.org/officeDocument/2006/relationships/notesMaster" Target="/ppt/notesMasters/notesMaster1.xml" Id="R2e8c8acc20bb49c4" /><Relationship Type="http://schemas.openxmlformats.org/officeDocument/2006/relationships/presProps" Target="/ppt/presProps.xml" Id="R5d94d184d0984a38" /><Relationship Type="http://schemas.openxmlformats.org/officeDocument/2006/relationships/tableStyles" Target="/ppt/tableStyles.xml" Id="R40665db334424683" /><Relationship Type="http://schemas.openxmlformats.org/officeDocument/2006/relationships/slide" Target="/ppt/slides/slide1.xml" Id="Rcb1349f9074d474d" /><Relationship Type="http://schemas.openxmlformats.org/officeDocument/2006/relationships/slide" Target="/ppt/slides/slide2.xml" Id="R0b0f39c66fe14575" /><Relationship Type="http://schemas.openxmlformats.org/officeDocument/2006/relationships/slide" Target="/ppt/slides/slide3.xml" Id="Rc23b6a8e418a4d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f5757930db43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a077fc38324a98" /><Relationship Type="http://schemas.openxmlformats.org/officeDocument/2006/relationships/notesMaster" Target="/ppt/notesMasters/notesMaster1.xml" Id="Rd1bfd5e687fc40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81cc876856439e" /><Relationship Type="http://schemas.openxmlformats.org/officeDocument/2006/relationships/notesMaster" Target="/ppt/notesMasters/notesMaster1.xml" Id="Rb63c67e632814c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f94cae00cc4474" /><Relationship Type="http://schemas.openxmlformats.org/officeDocument/2006/relationships/notesMaster" Target="/ppt/notesMasters/notesMaster1.xml" Id="R572a4f2f444c45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7e4cbad0046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8e71e9d3bd4b67" /><Relationship Type="http://schemas.openxmlformats.org/officeDocument/2006/relationships/slideLayout" Target="/ppt/slideLayouts/slideLayout1.xml" Id="R18797d76a1834a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97d76a1834a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cb555b3924ede" /><Relationship Type="http://schemas.openxmlformats.org/officeDocument/2006/relationships/image" Target="/ppt/media/image.png" Id="Rf39aaee7cc8b4147" /><Relationship Type="http://schemas.openxmlformats.org/officeDocument/2006/relationships/notesSlide" Target="/ppt/notesSlides/notesSlide1.xml" Id="Rddf3c8306f25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5afdb97a24710" /><Relationship Type="http://schemas.openxmlformats.org/officeDocument/2006/relationships/image" Target="/ppt/media/image2.png" Id="R90a3f9aaa4c544c7" /><Relationship Type="http://schemas.openxmlformats.org/officeDocument/2006/relationships/notesSlide" Target="/ppt/notesSlides/notesSlide2.xml" Id="Ra0d54014d068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9543ebb5a4813" /><Relationship Type="http://schemas.openxmlformats.org/officeDocument/2006/relationships/image" Target="/ppt/media/image3.png" Id="R665263bfb23f4003" /><Relationship Type="http://schemas.openxmlformats.org/officeDocument/2006/relationships/notesSlide" Target="/ppt/notesSlides/notesSlide3.xml" Id="R95427ab2034940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5F429-F171-48EB-AE76-CB0B85C7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9F17E-3E9D-4974-8DD5-9A087697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77777"/>
                </a:solidFill>
              </a:defRPr>
            </a:pPr>
            <a:r>
              <a:rPr sz="975" b="1">
                <a:solidFill>
                  <a:srgbClr val="777777"/>
                </a:solidFill>
              </a:rPr>
              <a:t>IMAGE BLUE 01  /  蓝色叙事线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91BCD-AAC0-4FC2-A9FB-BD3FF3E7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095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判断力，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才是 AI 时代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真正的稀缺能力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E27D8-4276-4821-8809-95FA68F9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66666"/>
                </a:solidFill>
              </a:defRPr>
            </a:pPr>
            <a:r>
              <a:rPr sz="1575">
                <a:solidFill>
                  <a:srgbClr val="666666"/>
                </a:solidFill>
              </a:rPr>
              <a:t>工具负责生成更多可能，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66666"/>
                </a:solidFill>
              </a:defRPr>
            </a:pPr>
            <a:r>
              <a:rPr sz="1575">
                <a:solidFill>
                  <a:srgbClr val="666666"/>
                </a:solidFill>
              </a:rPr>
              <a:t>人负责决定什么值得被留下。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AE515-BE31-4657-A912-173837CC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77777"/>
                </a:solidFill>
              </a:defRPr>
            </a:pPr>
            <a:r>
              <a:rPr sz="975" b="1">
                <a:solidFill>
                  <a:srgbClr val="77777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C769A-BCA7-4C92-80A6-5074C4A4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81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77777"/>
                </a:solidFill>
              </a:defRPr>
            </a:pPr>
            <a:r>
              <a:rPr sz="975">
                <a:solidFill>
                  <a:srgbClr val="777777"/>
                </a:solidFill>
              </a:rPr>
              <a:t>蓝色叙事线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E1B58-78D0-47DF-84A4-0A5EDEA9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811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aaee7cc8b4147"/>
          <a:srcRect xmlns:a="http://schemas.openxmlformats.org/drawingml/2006/main" l="13576" t="0" r="135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1028700"/>
            <a:ext cx="6629400" cy="4438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D3DB2-7B27-4422-9D54-BF6EE7A8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19750"/>
            <a:ext cx="382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77777"/>
                </a:solidFill>
              </a:defRPr>
            </a:pPr>
            <a:r>
              <a:rPr sz="1050">
                <a:solidFill>
                  <a:srgbClr val="777777"/>
                </a:solidFill>
              </a:rPr>
              <a:t>蓝色只存在于配图叙事中</a:t>
            </a:r>
          </a:p>
        </p:txBody>
      </p:sp>
    </p:spTree>
    <p:extLst>
      <p:ext uri="{BB962C8B-B14F-4D97-AF65-F5344CB8AC3E}">
        <p14:creationId xmlns:p14="http://schemas.microsoft.com/office/powerpoint/2010/main" val="1908924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2E964-FA02-48B7-ABF8-08A1AE78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A6DBF-4323-48B5-A342-7B50A241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77777"/>
                </a:solidFill>
              </a:defRPr>
            </a:pPr>
            <a:r>
              <a:rPr sz="975" b="1">
                <a:solidFill>
                  <a:srgbClr val="777777"/>
                </a:solidFill>
              </a:rPr>
              <a:t>IMAGE BLUE 02  /  浅蓝画布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23C74-066B-4EF6-B9AD-F4C67033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095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判断力，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才是 AI 时代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真正的稀缺能力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4358C-B1BD-4118-86E5-6934E8F3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66666"/>
                </a:solidFill>
              </a:defRPr>
            </a:pPr>
            <a:r>
              <a:rPr sz="1575">
                <a:solidFill>
                  <a:srgbClr val="666666"/>
                </a:solidFill>
              </a:rPr>
              <a:t>工具负责生成更多可能，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66666"/>
                </a:solidFill>
              </a:defRPr>
            </a:pPr>
            <a:r>
              <a:rPr sz="1575">
                <a:solidFill>
                  <a:srgbClr val="666666"/>
                </a:solidFill>
              </a:rPr>
              <a:t>人负责决定什么值得被留下。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153CF-AC0B-4FCB-BA26-D8416588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77777"/>
                </a:solidFill>
              </a:defRPr>
            </a:pPr>
            <a:r>
              <a:rPr sz="975" b="1">
                <a:solidFill>
                  <a:srgbClr val="77777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4DEA1-85FD-441F-BC39-ECE7DA48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81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77777"/>
                </a:solidFill>
              </a:defRPr>
            </a:pPr>
            <a:r>
              <a:rPr sz="975">
                <a:solidFill>
                  <a:srgbClr val="777777"/>
                </a:solidFill>
              </a:rPr>
              <a:t>浅蓝画布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DAE6B-DE19-4486-ABFC-B812975B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811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3f9aaa4c544c7"/>
          <a:srcRect xmlns:a="http://schemas.openxmlformats.org/drawingml/2006/main" l="13555" t="0" r="135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1028700"/>
            <a:ext cx="6629400" cy="4438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A6FC6-B49F-4E44-9F09-4C09F3C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1975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77777"/>
                </a:solidFill>
              </a:defRPr>
            </a:pPr>
            <a:r>
              <a:rPr sz="1050">
                <a:solidFill>
                  <a:srgbClr val="777777"/>
                </a:solidFill>
              </a:rPr>
              <a:t>图片区域统一为浅蓝纸张质感</a:t>
            </a:r>
          </a:p>
        </p:txBody>
      </p:sp>
    </p:spTree>
    <p:extLst>
      <p:ext uri="{BB962C8B-B14F-4D97-AF65-F5344CB8AC3E}">
        <p14:creationId xmlns:p14="http://schemas.microsoft.com/office/powerpoint/2010/main" val="1254005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76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263bfb23f4003"/>
          <a:srcRect xmlns:a="http://schemas.openxmlformats.org/drawingml/2006/main" l="20870" t="0" r="208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0"/>
            <a:ext cx="8191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A0B4B-685F-4D3E-8599-8DCC4B36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16721-9E5C-4D3F-8336-E1BA099C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35E16-788B-42E7-8596-EAF9B6B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C8EE"/>
                </a:solidFill>
              </a:defRPr>
            </a:pPr>
            <a:r>
              <a:rPr sz="975" b="1">
                <a:solidFill>
                  <a:srgbClr val="B9C8EE"/>
                </a:solidFill>
              </a:rPr>
              <a:t>IMAGE BLUE 03  /  蓝场反白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393B1-CE06-41B7-B932-1BBBE01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095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判断力，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才是 AI 时代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真正的稀缺能力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3463B-FFAE-4705-BD9F-93042212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D6DFF7"/>
                </a:solidFill>
              </a:defRPr>
            </a:pPr>
            <a:r>
              <a:rPr sz="1575">
                <a:solidFill>
                  <a:srgbClr val="D6DFF7"/>
                </a:solidFill>
              </a:rPr>
              <a:t>工具负责生成更多可能，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D6DFF7"/>
                </a:solidFill>
              </a:defRPr>
            </a:pPr>
            <a:r>
              <a:rPr sz="1575">
                <a:solidFill>
                  <a:srgbClr val="D6DFF7"/>
                </a:solidFill>
              </a:rPr>
              <a:t>人负责决定什么值得被留下。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459C5-7809-41A8-893C-E57D7C38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C8EE"/>
                </a:solidFill>
              </a:defRPr>
            </a:pPr>
            <a:r>
              <a:rPr sz="975" b="1">
                <a:solidFill>
                  <a:srgbClr val="B9C8EE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092B7-F223-4DEF-9212-8CA2416C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81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9C8EE"/>
                </a:solidFill>
              </a:defRPr>
            </a:pPr>
            <a:r>
              <a:rPr sz="975">
                <a:solidFill>
                  <a:srgbClr val="B9C8EE"/>
                </a:solidFill>
              </a:rPr>
              <a:t>蓝场反白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C7073-0CD1-431C-8E20-392A8C5A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62650"/>
            <a:ext cx="382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6DFF7"/>
                </a:solidFill>
              </a:defRPr>
            </a:pPr>
            <a:r>
              <a:rPr sz="1050">
                <a:solidFill>
                  <a:srgbClr val="D6DFF7"/>
                </a:solidFill>
              </a:rPr>
              <a:t>只用于封面、章节页或关键观点</a:t>
            </a:r>
          </a:p>
        </p:txBody>
      </p:sp>
    </p:spTree>
    <p:extLst>
      <p:ext uri="{BB962C8B-B14F-4D97-AF65-F5344CB8AC3E}">
        <p14:creationId xmlns:p14="http://schemas.microsoft.com/office/powerpoint/2010/main" val="867704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2026-07-20T05:47:00.0130000Z</dcterms:created>
  <dcterms:modified xsi:type="dcterms:W3CDTF">2026-07-20T05:47:00.0130000Z</dcterms:modified>
</coreProperties>
</file>